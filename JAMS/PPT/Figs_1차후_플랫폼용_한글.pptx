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64" r:id="rId2"/>
    <p:sldId id="266" r:id="rId3"/>
    <p:sldId id="267" r:id="rId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166AC"/>
    <a:srgbClr val="4393C3"/>
    <a:srgbClr val="E97132"/>
    <a:srgbClr val="FFFFFF"/>
    <a:srgbClr val="92D050"/>
    <a:srgbClr val="F0F0F0"/>
    <a:srgbClr val="156082"/>
    <a:srgbClr val="96DCF8"/>
    <a:srgbClr val="595959"/>
    <a:srgbClr val="F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529" autoAdjust="0"/>
    <p:restoredTop sz="97416" autoAdjust="0"/>
  </p:normalViewPr>
  <p:slideViewPr>
    <p:cSldViewPr snapToGrid="0">
      <p:cViewPr>
        <p:scale>
          <a:sx n="175" d="100"/>
          <a:sy n="175" d="100"/>
        </p:scale>
        <p:origin x="-44" y="2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139E07-0DC5-4FB2-8EFC-9339BB5A38A7}" type="datetimeFigureOut">
              <a:rPr lang="ko-KR" altLang="en-US" smtClean="0"/>
              <a:t>2025-07-17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A21684-A562-4A9B-B3C1-5D20455A9FC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70800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A55F18-09D6-06F0-52F6-FE7D371A88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B7B1D51-D292-80FD-F7C8-6411BEC1CCF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8855FB7-9B7E-051A-8870-FC61A39077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45E2C-F65D-4824-8008-5941D4E99895}" type="datetimeFigureOut">
              <a:rPr lang="ko-KR" altLang="en-US" smtClean="0"/>
              <a:t>2025-07-17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FD98C1F-A0BD-3304-A015-879C78C30F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24C0AC9-79E9-BF82-EAFD-5D17F2E98C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4F43A-EF4E-4279-991F-7DCC6271B78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46302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B02ECB-DDA7-0A3C-6DC0-53F742C93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AFD55A1-CA97-F41E-2FAE-41CF078F0A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E9EFCF3-8E75-6041-67F2-DD60D2316F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45E2C-F65D-4824-8008-5941D4E99895}" type="datetimeFigureOut">
              <a:rPr lang="ko-KR" altLang="en-US" smtClean="0"/>
              <a:t>2025-07-17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D7B138D-1933-3ADB-C0F9-974F341547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44C9B46-69D1-BFD8-B853-C72D5BCC8E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4F43A-EF4E-4279-991F-7DCC6271B78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00238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91E72C-57B2-6290-9B5A-5767FD9425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5FB77DB-B0F8-BA5C-1594-D4DF1D7DFB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956C7C6-EEBD-51D0-258E-F40909A8F4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45E2C-F65D-4824-8008-5941D4E99895}" type="datetimeFigureOut">
              <a:rPr lang="ko-KR" altLang="en-US" smtClean="0"/>
              <a:t>2025-07-17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AC679FA-A30D-2E51-31E0-358E93929A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4D774FD-A26F-C583-82D0-B9D5530E44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4F43A-EF4E-4279-991F-7DCC6271B78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069641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A3D7D5-3785-6147-D9C5-CAEE50AD4E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7B4FF1C-45F5-A1C7-13E6-FC69831FFF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2B0226D-F7B9-85C5-29BD-FCC7FF022B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C2C16A0-3A69-4596-8F2D-1B8D584AC5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45E2C-F65D-4824-8008-5941D4E99895}" type="datetimeFigureOut">
              <a:rPr lang="ko-KR" altLang="en-US" smtClean="0"/>
              <a:t>2025-07-17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D7BDC32-F05C-1077-2AD2-64082B0FE7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112C7B5-0512-F35D-4104-8DFAA1DB90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4F43A-EF4E-4279-991F-7DCC6271B78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26725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CABDCC-DFAF-AC7A-AB41-AAF35279D2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5D13175-D77A-5200-BF7C-44D97C538D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B750A7C-CBB6-8B2A-E256-FB86B71BA3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E8A099B-F9AA-0B0F-345F-C288547F888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60334E6-76CF-CAFE-809D-AF7609D0EC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11D4650-0570-451E-AB80-E7122487D9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45E2C-F65D-4824-8008-5941D4E99895}" type="datetimeFigureOut">
              <a:rPr lang="ko-KR" altLang="en-US" smtClean="0"/>
              <a:t>2025-07-17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2585F946-70C9-6348-0473-E7CA9A76F7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A48F16A5-0E97-DEC3-1D95-A8EB8D5DE2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4F43A-EF4E-4279-991F-7DCC6271B78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69346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45FFF92-981D-6880-C411-F1B40D5C92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5FA162F9-D556-E8F7-8DFD-484CBBD8F9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45E2C-F65D-4824-8008-5941D4E99895}" type="datetimeFigureOut">
              <a:rPr lang="ko-KR" altLang="en-US" smtClean="0"/>
              <a:t>2025-07-17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0679D06-D619-9B85-B9F4-F32479AF6E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FA8F5E5-C595-78D8-E8C2-6651E67F89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4F43A-EF4E-4279-991F-7DCC6271B78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49118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44754601-80FB-4ADF-E680-5A4D08FAD8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45E2C-F65D-4824-8008-5941D4E99895}" type="datetimeFigureOut">
              <a:rPr lang="ko-KR" altLang="en-US" smtClean="0"/>
              <a:t>2025-07-17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AFE4311-C98B-6202-96DD-D7B680B289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8673ED-8183-9A88-D6F2-212DF0A93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4F43A-EF4E-4279-991F-7DCC6271B78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03158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CA8A66-3A87-FC7D-7B4E-CCC3873352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3B7A946-D435-1C1D-857D-92B41057C3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D9A48B0-C7B6-1230-29B9-013112E66B8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14D5485-4AA2-923E-836B-88631B2A1B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45E2C-F65D-4824-8008-5941D4E99895}" type="datetimeFigureOut">
              <a:rPr lang="ko-KR" altLang="en-US" smtClean="0"/>
              <a:t>2025-07-17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0D7AADC-472D-861C-E855-79363D8E1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3ED4F5D-07F0-91B9-EC8C-3571445AB3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4F43A-EF4E-4279-991F-7DCC6271B78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66593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0263E2-50FA-5C5F-609F-F5714365EC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351C5ED-0A21-8F7D-23CA-D244659C6CE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3EFBD91-5620-0B67-95B1-2F1AF5CD7F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B969A16-4295-CED4-E829-37B566BCA7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45E2C-F65D-4824-8008-5941D4E99895}" type="datetimeFigureOut">
              <a:rPr lang="ko-KR" altLang="en-US" smtClean="0"/>
              <a:t>2025-07-17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8A21D8C-1609-99EB-5433-8A4BA2C8C3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0031204-2C16-3E75-5462-DE39559F4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4F43A-EF4E-4279-991F-7DCC6271B78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67321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BC3561-7295-1E0D-0569-C90429E49E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5B12FA1-31A8-48D0-DD0F-05962B93D4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3EBE49D-6355-C964-F33C-0904806FEE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45E2C-F65D-4824-8008-5941D4E99895}" type="datetimeFigureOut">
              <a:rPr lang="ko-KR" altLang="en-US" smtClean="0"/>
              <a:t>2025-07-17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53D0AC-B43D-8E35-FB1D-83FD367960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CE52D11-DEF6-28A6-3C0F-CECDDA8F01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4F43A-EF4E-4279-991F-7DCC6271B78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272456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10F420EF-2BB5-57BF-D2C0-B2ECF0BD004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5F5DFAE-632B-A559-D903-FD8DF7F22B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2F7EBA3-95DB-A308-32DE-EB76AE7141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45E2C-F65D-4824-8008-5941D4E99895}" type="datetimeFigureOut">
              <a:rPr lang="ko-KR" altLang="en-US" smtClean="0"/>
              <a:t>2025-07-17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A7E1716-BA05-0FA4-E9EE-B3F57A210A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928213D-56F4-DD7B-9A84-F81793C2C6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4F43A-EF4E-4279-991F-7DCC6271B78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386710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C944A5FB-52EE-2206-D45E-90EE19016D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65E5D5A-1F4E-5660-95C0-B195C76D0B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DA02FA6-F6B2-22F8-D258-B167FC4FBC0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D45E2C-F65D-4824-8008-5941D4E99895}" type="datetimeFigureOut">
              <a:rPr lang="ko-KR" altLang="en-US" smtClean="0"/>
              <a:t>2025-07-17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3B8172C-A682-4F75-D2BA-55E16FDBED1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BD3851B-B87E-4133-21A9-D3275419D8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34F43A-EF4E-4279-991F-7DCC6271B78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05103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8.png"/><Relationship Id="rId7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F1026E-F257-ADC1-6675-1F3208F507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47BE6A3E-751B-A752-3B64-71D3A5374F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566" y="349109"/>
            <a:ext cx="6178868" cy="5493032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1700ED91-8CD0-19DC-6D36-0772215998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7927" y="161925"/>
            <a:ext cx="458934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40443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34DEEFA5-5FF8-145F-5FB2-7435106F92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30275"/>
            <a:ext cx="12192000" cy="6397450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06DC0279-F7AB-64B3-069E-2B9E17C0E185}"/>
              </a:ext>
            </a:extLst>
          </p:cNvPr>
          <p:cNvSpPr/>
          <p:nvPr/>
        </p:nvSpPr>
        <p:spPr>
          <a:xfrm>
            <a:off x="674954" y="4147078"/>
            <a:ext cx="10717226" cy="260424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9216B4D2-8FB7-04E4-0952-1F5E51C8B145}"/>
              </a:ext>
            </a:extLst>
          </p:cNvPr>
          <p:cNvSpPr/>
          <p:nvPr/>
        </p:nvSpPr>
        <p:spPr>
          <a:xfrm>
            <a:off x="767510" y="4168156"/>
            <a:ext cx="311544" cy="914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화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lang="ko-KR" altLang="en-US" dirty="0">
                <a:solidFill>
                  <a:schemeClr val="tx1"/>
                </a:solidFill>
              </a:rPr>
              <a:t>성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lang="ko-KR" altLang="en-US" dirty="0">
                <a:solidFill>
                  <a:schemeClr val="tx1"/>
                </a:solidFill>
              </a:rPr>
              <a:t>시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456A6A9-C0F7-9875-8CFB-786AA5E42F21}"/>
              </a:ext>
            </a:extLst>
          </p:cNvPr>
          <p:cNvSpPr/>
          <p:nvPr/>
        </p:nvSpPr>
        <p:spPr>
          <a:xfrm>
            <a:off x="1106813" y="4168156"/>
            <a:ext cx="311544" cy="914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평택시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5A2525E-393C-772F-7C8C-659A1C40E318}"/>
              </a:ext>
            </a:extLst>
          </p:cNvPr>
          <p:cNvSpPr/>
          <p:nvPr/>
        </p:nvSpPr>
        <p:spPr>
          <a:xfrm>
            <a:off x="1446116" y="4168156"/>
            <a:ext cx="311544" cy="914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파주시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85E50B6-768E-9FB1-9E76-CA250CF23CB8}"/>
              </a:ext>
            </a:extLst>
          </p:cNvPr>
          <p:cNvSpPr/>
          <p:nvPr/>
        </p:nvSpPr>
        <p:spPr>
          <a:xfrm>
            <a:off x="1785419" y="4168156"/>
            <a:ext cx="311544" cy="914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여주시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1E1C45E-F8FD-D74A-AD51-C475841FBFB5}"/>
              </a:ext>
            </a:extLst>
          </p:cNvPr>
          <p:cNvSpPr/>
          <p:nvPr/>
        </p:nvSpPr>
        <p:spPr>
          <a:xfrm>
            <a:off x="2124722" y="4168156"/>
            <a:ext cx="311544" cy="914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이천시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7B11DB0-78F7-23F6-6B36-1DE20D534F24}"/>
              </a:ext>
            </a:extLst>
          </p:cNvPr>
          <p:cNvSpPr/>
          <p:nvPr/>
        </p:nvSpPr>
        <p:spPr>
          <a:xfrm>
            <a:off x="2464025" y="4168156"/>
            <a:ext cx="311544" cy="914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안성시</a:t>
            </a:r>
            <a:endParaRPr lang="en-US" altLang="ko-KR" dirty="0">
              <a:solidFill>
                <a:schemeClr val="tx1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C8BD056F-70B3-B4CA-6F2C-4221543F053B}"/>
              </a:ext>
            </a:extLst>
          </p:cNvPr>
          <p:cNvSpPr/>
          <p:nvPr/>
        </p:nvSpPr>
        <p:spPr>
          <a:xfrm>
            <a:off x="2803328" y="4168156"/>
            <a:ext cx="311544" cy="914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용인시</a:t>
            </a:r>
            <a:endParaRPr lang="en-US" altLang="ko-KR" dirty="0">
              <a:solidFill>
                <a:schemeClr val="tx1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CD71F94E-D328-886F-4F3A-709885C2F890}"/>
              </a:ext>
            </a:extLst>
          </p:cNvPr>
          <p:cNvSpPr/>
          <p:nvPr/>
        </p:nvSpPr>
        <p:spPr>
          <a:xfrm>
            <a:off x="3142631" y="4168156"/>
            <a:ext cx="311544" cy="914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포천시</a:t>
            </a:r>
            <a:endParaRPr lang="en-US" altLang="ko-KR" dirty="0">
              <a:solidFill>
                <a:schemeClr val="tx1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D7054F85-F150-AA02-D2FA-42B9083C3075}"/>
              </a:ext>
            </a:extLst>
          </p:cNvPr>
          <p:cNvSpPr/>
          <p:nvPr/>
        </p:nvSpPr>
        <p:spPr>
          <a:xfrm>
            <a:off x="3481934" y="4168156"/>
            <a:ext cx="311544" cy="914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양평군</a:t>
            </a:r>
            <a:endParaRPr lang="en-US" altLang="ko-KR" dirty="0">
              <a:solidFill>
                <a:schemeClr val="tx1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30D2576F-21D8-C914-E7DC-297E904233B6}"/>
              </a:ext>
            </a:extLst>
          </p:cNvPr>
          <p:cNvSpPr/>
          <p:nvPr/>
        </p:nvSpPr>
        <p:spPr>
          <a:xfrm>
            <a:off x="3821237" y="4168156"/>
            <a:ext cx="311544" cy="914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연천군</a:t>
            </a:r>
            <a:endParaRPr lang="en-US" altLang="ko-KR" dirty="0">
              <a:solidFill>
                <a:schemeClr val="tx1"/>
              </a:solidFill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765348F2-1883-DBDA-AE9F-1AD0CB99A521}"/>
              </a:ext>
            </a:extLst>
          </p:cNvPr>
          <p:cNvSpPr/>
          <p:nvPr/>
        </p:nvSpPr>
        <p:spPr>
          <a:xfrm>
            <a:off x="4160540" y="4168156"/>
            <a:ext cx="311544" cy="914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김포시</a:t>
            </a:r>
            <a:endParaRPr lang="en-US" altLang="ko-KR" dirty="0">
              <a:solidFill>
                <a:schemeClr val="tx1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24C6E699-B7C8-9E29-2CDD-6F465693D75A}"/>
              </a:ext>
            </a:extLst>
          </p:cNvPr>
          <p:cNvSpPr/>
          <p:nvPr/>
        </p:nvSpPr>
        <p:spPr>
          <a:xfrm>
            <a:off x="4499843" y="4168156"/>
            <a:ext cx="311544" cy="914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고양시</a:t>
            </a:r>
            <a:endParaRPr lang="en-US" altLang="ko-KR" dirty="0">
              <a:solidFill>
                <a:schemeClr val="tx1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14D4410F-7A95-BE0B-C96E-1D61000B8E29}"/>
              </a:ext>
            </a:extLst>
          </p:cNvPr>
          <p:cNvSpPr/>
          <p:nvPr/>
        </p:nvSpPr>
        <p:spPr>
          <a:xfrm>
            <a:off x="4839146" y="4168156"/>
            <a:ext cx="311544" cy="914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남양주</a:t>
            </a:r>
            <a:endParaRPr lang="en-US" altLang="ko-KR" dirty="0">
              <a:solidFill>
                <a:schemeClr val="tx1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84F942E7-9DE1-F81D-5269-CF446EF6C3B2}"/>
              </a:ext>
            </a:extLst>
          </p:cNvPr>
          <p:cNvSpPr/>
          <p:nvPr/>
        </p:nvSpPr>
        <p:spPr>
          <a:xfrm>
            <a:off x="5178449" y="4168156"/>
            <a:ext cx="311544" cy="914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양주시</a:t>
            </a:r>
            <a:endParaRPr lang="en-US" altLang="ko-KR" dirty="0">
              <a:solidFill>
                <a:schemeClr val="tx1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33C1F8B5-0649-6E2F-D566-00A6B7C3E686}"/>
              </a:ext>
            </a:extLst>
          </p:cNvPr>
          <p:cNvSpPr/>
          <p:nvPr/>
        </p:nvSpPr>
        <p:spPr>
          <a:xfrm>
            <a:off x="5517752" y="4168156"/>
            <a:ext cx="311544" cy="914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광주시</a:t>
            </a:r>
            <a:endParaRPr lang="en-US" altLang="ko-KR" dirty="0">
              <a:solidFill>
                <a:schemeClr val="tx1"/>
              </a:solidFill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3B500E6B-924A-B463-8940-FA9E03CB6908}"/>
              </a:ext>
            </a:extLst>
          </p:cNvPr>
          <p:cNvSpPr/>
          <p:nvPr/>
        </p:nvSpPr>
        <p:spPr>
          <a:xfrm>
            <a:off x="5857055" y="4168156"/>
            <a:ext cx="311544" cy="914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가평군</a:t>
            </a:r>
            <a:endParaRPr lang="en-US" altLang="ko-KR" dirty="0">
              <a:solidFill>
                <a:schemeClr val="tx1"/>
              </a:solidFill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1C4E68C3-B5D2-BFFA-7DC0-A637BDCB9115}"/>
              </a:ext>
            </a:extLst>
          </p:cNvPr>
          <p:cNvSpPr/>
          <p:nvPr/>
        </p:nvSpPr>
        <p:spPr>
          <a:xfrm>
            <a:off x="6196358" y="4168156"/>
            <a:ext cx="311544" cy="914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안산시</a:t>
            </a:r>
            <a:endParaRPr lang="en-US" altLang="ko-KR" dirty="0">
              <a:solidFill>
                <a:schemeClr val="tx1"/>
              </a:solidFill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29FFAE3A-E622-EE2A-A33E-059C7B738BCB}"/>
              </a:ext>
            </a:extLst>
          </p:cNvPr>
          <p:cNvSpPr/>
          <p:nvPr/>
        </p:nvSpPr>
        <p:spPr>
          <a:xfrm>
            <a:off x="6535661" y="4168156"/>
            <a:ext cx="311544" cy="914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시흥시</a:t>
            </a:r>
            <a:endParaRPr lang="en-US" altLang="ko-KR" dirty="0">
              <a:solidFill>
                <a:schemeClr val="tx1"/>
              </a:solidFill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2D56B101-3ED8-E97A-6BDB-C710F7963F61}"/>
              </a:ext>
            </a:extLst>
          </p:cNvPr>
          <p:cNvSpPr/>
          <p:nvPr/>
        </p:nvSpPr>
        <p:spPr>
          <a:xfrm>
            <a:off x="6874964" y="4168156"/>
            <a:ext cx="311544" cy="914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수원시</a:t>
            </a:r>
            <a:endParaRPr lang="en-US" altLang="ko-KR" dirty="0">
              <a:solidFill>
                <a:schemeClr val="tx1"/>
              </a:solidFill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71D04FA4-D302-FF0C-A42B-9F7AE4981DDC}"/>
              </a:ext>
            </a:extLst>
          </p:cNvPr>
          <p:cNvSpPr/>
          <p:nvPr/>
        </p:nvSpPr>
        <p:spPr>
          <a:xfrm>
            <a:off x="7214267" y="4168156"/>
            <a:ext cx="311544" cy="914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성남시</a:t>
            </a:r>
            <a:endParaRPr lang="en-US" altLang="ko-KR" dirty="0">
              <a:solidFill>
                <a:schemeClr val="tx1"/>
              </a:solidFill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ED3B0472-86D7-5EC0-894F-FA22C68019AB}"/>
              </a:ext>
            </a:extLst>
          </p:cNvPr>
          <p:cNvSpPr/>
          <p:nvPr/>
        </p:nvSpPr>
        <p:spPr>
          <a:xfrm>
            <a:off x="7553570" y="4168156"/>
            <a:ext cx="311544" cy="914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부천시</a:t>
            </a:r>
            <a:endParaRPr lang="en-US" altLang="ko-KR" dirty="0">
              <a:solidFill>
                <a:schemeClr val="tx1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55B48130-0FAD-D6BF-2245-7A0C0C7EF009}"/>
              </a:ext>
            </a:extLst>
          </p:cNvPr>
          <p:cNvSpPr/>
          <p:nvPr/>
        </p:nvSpPr>
        <p:spPr>
          <a:xfrm>
            <a:off x="7892873" y="4168156"/>
            <a:ext cx="311544" cy="914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하남시</a:t>
            </a:r>
            <a:endParaRPr lang="en-US" altLang="ko-KR" dirty="0">
              <a:solidFill>
                <a:schemeClr val="tx1"/>
              </a:solidFill>
            </a:endParaRP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691DA4A7-1CD8-F388-E9DF-A9A781B6ACFE}"/>
              </a:ext>
            </a:extLst>
          </p:cNvPr>
          <p:cNvSpPr/>
          <p:nvPr/>
        </p:nvSpPr>
        <p:spPr>
          <a:xfrm>
            <a:off x="8232176" y="4168156"/>
            <a:ext cx="311544" cy="914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의정부</a:t>
            </a:r>
            <a:endParaRPr lang="en-US" altLang="ko-KR" dirty="0">
              <a:solidFill>
                <a:schemeClr val="tx1"/>
              </a:solidFill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3180CEAC-5A0E-694C-6459-812C78FFD5F2}"/>
              </a:ext>
            </a:extLst>
          </p:cNvPr>
          <p:cNvSpPr/>
          <p:nvPr/>
        </p:nvSpPr>
        <p:spPr>
          <a:xfrm>
            <a:off x="8571479" y="4168156"/>
            <a:ext cx="311544" cy="914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오산시</a:t>
            </a:r>
            <a:endParaRPr lang="en-US" altLang="ko-KR" dirty="0">
              <a:solidFill>
                <a:schemeClr val="tx1"/>
              </a:solidFill>
            </a:endParaRP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146121B3-31A0-8E27-E657-488BC7937647}"/>
              </a:ext>
            </a:extLst>
          </p:cNvPr>
          <p:cNvSpPr/>
          <p:nvPr/>
        </p:nvSpPr>
        <p:spPr>
          <a:xfrm>
            <a:off x="8910782" y="4168156"/>
            <a:ext cx="311544" cy="914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안양시</a:t>
            </a:r>
            <a:endParaRPr lang="en-US" altLang="ko-KR" dirty="0">
              <a:solidFill>
                <a:schemeClr val="tx1"/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5120B970-43BA-EB8D-32F2-FE6526A09FCF}"/>
              </a:ext>
            </a:extLst>
          </p:cNvPr>
          <p:cNvSpPr/>
          <p:nvPr/>
        </p:nvSpPr>
        <p:spPr>
          <a:xfrm>
            <a:off x="9250085" y="4168156"/>
            <a:ext cx="311544" cy="914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광명시</a:t>
            </a:r>
            <a:endParaRPr lang="en-US" altLang="ko-KR" dirty="0">
              <a:solidFill>
                <a:schemeClr val="tx1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3CE2C81A-A67D-7BEA-130C-B6F6D9C2AD28}"/>
              </a:ext>
            </a:extLst>
          </p:cNvPr>
          <p:cNvSpPr/>
          <p:nvPr/>
        </p:nvSpPr>
        <p:spPr>
          <a:xfrm>
            <a:off x="9589388" y="4168156"/>
            <a:ext cx="311544" cy="914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동두천</a:t>
            </a:r>
            <a:endParaRPr lang="en-US" altLang="ko-KR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3FAC4075-86E1-245E-DA0A-B3045F5E4359}"/>
              </a:ext>
            </a:extLst>
          </p:cNvPr>
          <p:cNvSpPr/>
          <p:nvPr/>
        </p:nvSpPr>
        <p:spPr>
          <a:xfrm>
            <a:off x="9928691" y="4168156"/>
            <a:ext cx="311544" cy="914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의왕시</a:t>
            </a:r>
            <a:endParaRPr lang="en-US" altLang="ko-KR" dirty="0">
              <a:solidFill>
                <a:schemeClr val="tx1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5DD44CFF-97EC-FEDE-BECA-BD77408991ED}"/>
              </a:ext>
            </a:extLst>
          </p:cNvPr>
          <p:cNvSpPr/>
          <p:nvPr/>
        </p:nvSpPr>
        <p:spPr>
          <a:xfrm>
            <a:off x="10267994" y="4168156"/>
            <a:ext cx="311544" cy="914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군포시</a:t>
            </a:r>
            <a:endParaRPr lang="en-US" altLang="ko-KR" dirty="0">
              <a:solidFill>
                <a:schemeClr val="tx1"/>
              </a:solidFill>
            </a:endParaRP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CA3C3EA6-4095-FE66-A64F-CF28800B931A}"/>
              </a:ext>
            </a:extLst>
          </p:cNvPr>
          <p:cNvSpPr/>
          <p:nvPr/>
        </p:nvSpPr>
        <p:spPr>
          <a:xfrm>
            <a:off x="10607297" y="4168156"/>
            <a:ext cx="311544" cy="914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구리시</a:t>
            </a:r>
            <a:endParaRPr lang="en-US" altLang="ko-KR" dirty="0">
              <a:solidFill>
                <a:schemeClr val="tx1"/>
              </a:solidFill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5648B884-B8BA-166E-84D3-7A26B39EB86A}"/>
              </a:ext>
            </a:extLst>
          </p:cNvPr>
          <p:cNvSpPr/>
          <p:nvPr/>
        </p:nvSpPr>
        <p:spPr>
          <a:xfrm>
            <a:off x="10946608" y="4168156"/>
            <a:ext cx="311544" cy="914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과천시</a:t>
            </a:r>
            <a:endParaRPr lang="en-US" altLang="ko-KR" dirty="0">
              <a:solidFill>
                <a:schemeClr val="tx1"/>
              </a:solidFill>
            </a:endParaRP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AE540F6D-BD3F-CF0C-D9AB-48093D9C6049}"/>
              </a:ext>
            </a:extLst>
          </p:cNvPr>
          <p:cNvSpPr/>
          <p:nvPr/>
        </p:nvSpPr>
        <p:spPr>
          <a:xfrm>
            <a:off x="0" y="331998"/>
            <a:ext cx="325120" cy="366596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0D8D61A-90CD-3A4E-F07C-5A8037327A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08" y="634910"/>
            <a:ext cx="313268" cy="2672170"/>
          </a:xfrm>
          <a:prstGeom prst="rect">
            <a:avLst/>
          </a:prstGeom>
        </p:spPr>
      </p:pic>
      <p:sp>
        <p:nvSpPr>
          <p:cNvPr id="39" name="직사각형 38">
            <a:extLst>
              <a:ext uri="{FF2B5EF4-FFF2-40B4-BE49-F238E27FC236}">
                <a16:creationId xmlns:a16="http://schemas.microsoft.com/office/drawing/2014/main" id="{B0079EDF-4D70-85CF-37A3-DCB8014A23E6}"/>
              </a:ext>
            </a:extLst>
          </p:cNvPr>
          <p:cNvSpPr/>
          <p:nvPr/>
        </p:nvSpPr>
        <p:spPr>
          <a:xfrm>
            <a:off x="11866880" y="296438"/>
            <a:ext cx="325120" cy="366596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2" name="그림 41">
            <a:extLst>
              <a:ext uri="{FF2B5EF4-FFF2-40B4-BE49-F238E27FC236}">
                <a16:creationId xmlns:a16="http://schemas.microsoft.com/office/drawing/2014/main" id="{499D8763-953E-6FF1-89D3-7B1CCA44EF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03246" y="660310"/>
            <a:ext cx="278594" cy="2350265"/>
          </a:xfrm>
          <a:prstGeom prst="rect">
            <a:avLst/>
          </a:prstGeom>
        </p:spPr>
      </p:pic>
      <p:sp>
        <p:nvSpPr>
          <p:cNvPr id="44" name="직사각형 43">
            <a:extLst>
              <a:ext uri="{FF2B5EF4-FFF2-40B4-BE49-F238E27FC236}">
                <a16:creationId xmlns:a16="http://schemas.microsoft.com/office/drawing/2014/main" id="{0F5B2487-BD00-BA96-6782-0B72C19B5F91}"/>
              </a:ext>
            </a:extLst>
          </p:cNvPr>
          <p:cNvSpPr/>
          <p:nvPr/>
        </p:nvSpPr>
        <p:spPr>
          <a:xfrm>
            <a:off x="7563958" y="660310"/>
            <a:ext cx="2364733" cy="11989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211E6FC-B379-CAC9-784B-D721CCACA9C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2671" r="38769"/>
          <a:stretch>
            <a:fillRect/>
          </a:stretch>
        </p:blipFill>
        <p:spPr>
          <a:xfrm>
            <a:off x="7654331" y="755484"/>
            <a:ext cx="392061" cy="42545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3" name="그림 42">
            <a:extLst>
              <a:ext uri="{FF2B5EF4-FFF2-40B4-BE49-F238E27FC236}">
                <a16:creationId xmlns:a16="http://schemas.microsoft.com/office/drawing/2014/main" id="{57455D0D-CCC9-4D5D-53EB-80E7BF72658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91439"/>
          <a:stretch>
            <a:fillRect/>
          </a:stretch>
        </p:blipFill>
        <p:spPr>
          <a:xfrm>
            <a:off x="7654330" y="1353271"/>
            <a:ext cx="392061" cy="42545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7" name="그림 46">
            <a:extLst>
              <a:ext uri="{FF2B5EF4-FFF2-40B4-BE49-F238E27FC236}">
                <a16:creationId xmlns:a16="http://schemas.microsoft.com/office/drawing/2014/main" id="{8C348F7F-A727-F616-BE92-E9A3EB80F01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6283"/>
          <a:stretch>
            <a:fillRect/>
          </a:stretch>
        </p:blipFill>
        <p:spPr>
          <a:xfrm rot="5400000">
            <a:off x="8858141" y="177362"/>
            <a:ext cx="291019" cy="1581700"/>
          </a:xfrm>
          <a:prstGeom prst="rect">
            <a:avLst/>
          </a:prstGeom>
        </p:spPr>
      </p:pic>
      <p:pic>
        <p:nvPicPr>
          <p:cNvPr id="48" name="그림 47">
            <a:extLst>
              <a:ext uri="{FF2B5EF4-FFF2-40B4-BE49-F238E27FC236}">
                <a16:creationId xmlns:a16="http://schemas.microsoft.com/office/drawing/2014/main" id="{936CA95C-D021-044D-4AE7-45C56A83854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32787"/>
          <a:stretch>
            <a:fillRect/>
          </a:stretch>
        </p:blipFill>
        <p:spPr>
          <a:xfrm rot="16200000">
            <a:off x="8865356" y="795835"/>
            <a:ext cx="278594" cy="1579696"/>
          </a:xfrm>
          <a:prstGeom prst="rect">
            <a:avLst/>
          </a:prstGeom>
        </p:spPr>
      </p:pic>
      <p:sp>
        <p:nvSpPr>
          <p:cNvPr id="51" name="직사각형 50">
            <a:extLst>
              <a:ext uri="{FF2B5EF4-FFF2-40B4-BE49-F238E27FC236}">
                <a16:creationId xmlns:a16="http://schemas.microsoft.com/office/drawing/2014/main" id="{236A7CFD-8A6A-4E71-6FDD-0AEFF8308126}"/>
              </a:ext>
            </a:extLst>
          </p:cNvPr>
          <p:cNvSpPr/>
          <p:nvPr/>
        </p:nvSpPr>
        <p:spPr>
          <a:xfrm>
            <a:off x="7719322" y="813467"/>
            <a:ext cx="274652" cy="277477"/>
          </a:xfrm>
          <a:prstGeom prst="rect">
            <a:avLst/>
          </a:prstGeom>
          <a:solidFill>
            <a:srgbClr val="2166A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88463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>
            <a:extLst>
              <a:ext uri="{FF2B5EF4-FFF2-40B4-BE49-F238E27FC236}">
                <a16:creationId xmlns:a16="http://schemas.microsoft.com/office/drawing/2014/main" id="{7CEC9689-F418-16E4-BDC7-DFDE00C6F574}"/>
              </a:ext>
            </a:extLst>
          </p:cNvPr>
          <p:cNvSpPr/>
          <p:nvPr/>
        </p:nvSpPr>
        <p:spPr>
          <a:xfrm>
            <a:off x="-205107" y="-819361"/>
            <a:ext cx="13497773" cy="885825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4587A17-85C2-2456-B610-649C3B3B5E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84634" y="3109657"/>
            <a:ext cx="347174" cy="254800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0B9B7736-9F65-1500-8B23-3F561D52211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97257" t="9274" b="48155"/>
          <a:stretch>
            <a:fillRect/>
          </a:stretch>
        </p:blipFill>
        <p:spPr>
          <a:xfrm>
            <a:off x="12441559" y="381788"/>
            <a:ext cx="334432" cy="2720405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BF55BF8F-1C06-A085-BBF5-3A45FD4345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604" y="141628"/>
            <a:ext cx="12192000" cy="6574743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58DC63F0-771C-8361-74CD-93098C6816A3}"/>
              </a:ext>
            </a:extLst>
          </p:cNvPr>
          <p:cNvSpPr/>
          <p:nvPr/>
        </p:nvSpPr>
        <p:spPr>
          <a:xfrm>
            <a:off x="12431158" y="291358"/>
            <a:ext cx="325120" cy="542364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1D933B4-6D2A-1CFE-BB23-36E2E82B0B64}"/>
              </a:ext>
            </a:extLst>
          </p:cNvPr>
          <p:cNvSpPr/>
          <p:nvPr/>
        </p:nvSpPr>
        <p:spPr>
          <a:xfrm>
            <a:off x="132604" y="291358"/>
            <a:ext cx="325120" cy="542364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9" name="그림 48">
            <a:extLst>
              <a:ext uri="{FF2B5EF4-FFF2-40B4-BE49-F238E27FC236}">
                <a16:creationId xmlns:a16="http://schemas.microsoft.com/office/drawing/2014/main" id="{95695D1D-2A4B-A111-C3CE-AFE1D5CFF2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651" y="690699"/>
            <a:ext cx="329490" cy="2362381"/>
          </a:xfrm>
          <a:prstGeom prst="rect">
            <a:avLst/>
          </a:prstGeom>
        </p:spPr>
      </p:pic>
      <p:pic>
        <p:nvPicPr>
          <p:cNvPr id="50" name="그림 49">
            <a:extLst>
              <a:ext uri="{FF2B5EF4-FFF2-40B4-BE49-F238E27FC236}">
                <a16:creationId xmlns:a16="http://schemas.microsoft.com/office/drawing/2014/main" id="{46498C4D-F448-43C1-F757-6EC266AD747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339891" y="921958"/>
            <a:ext cx="293928" cy="2375665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1C8A5691-691B-C51E-9438-F9C3A9260450}"/>
              </a:ext>
            </a:extLst>
          </p:cNvPr>
          <p:cNvSpPr/>
          <p:nvPr/>
        </p:nvSpPr>
        <p:spPr>
          <a:xfrm>
            <a:off x="2843481" y="322473"/>
            <a:ext cx="2364733" cy="11989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83BA6FA3-28B3-C5E9-7725-23B4792A5A58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52671" r="38769"/>
          <a:stretch>
            <a:fillRect/>
          </a:stretch>
        </p:blipFill>
        <p:spPr>
          <a:xfrm>
            <a:off x="2933854" y="417647"/>
            <a:ext cx="392061" cy="42545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26D1B702-B995-E602-E6BD-27FBC07D7393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r="91439"/>
          <a:stretch>
            <a:fillRect/>
          </a:stretch>
        </p:blipFill>
        <p:spPr>
          <a:xfrm>
            <a:off x="2933853" y="1015434"/>
            <a:ext cx="392061" cy="42545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3868B562-5F18-0B91-632D-21A2B5F92A0A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t="36283"/>
          <a:stretch>
            <a:fillRect/>
          </a:stretch>
        </p:blipFill>
        <p:spPr>
          <a:xfrm rot="5400000">
            <a:off x="4137664" y="-160475"/>
            <a:ext cx="291019" cy="1581700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A3EEB747-A52C-6B57-0796-AAD8AF7B3B61}"/>
              </a:ext>
            </a:extLst>
          </p:cNvPr>
          <p:cNvSpPr/>
          <p:nvPr/>
        </p:nvSpPr>
        <p:spPr>
          <a:xfrm>
            <a:off x="2990835" y="478174"/>
            <a:ext cx="274652" cy="277477"/>
          </a:xfrm>
          <a:prstGeom prst="rect">
            <a:avLst/>
          </a:prstGeom>
          <a:solidFill>
            <a:srgbClr val="4393C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7E9C99F5-FF62-F63C-C57E-6874388C2456}"/>
              </a:ext>
            </a:extLst>
          </p:cNvPr>
          <p:cNvSpPr/>
          <p:nvPr/>
        </p:nvSpPr>
        <p:spPr>
          <a:xfrm>
            <a:off x="698943" y="4180470"/>
            <a:ext cx="11384442" cy="260424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4" name="직사각형 83">
            <a:extLst>
              <a:ext uri="{FF2B5EF4-FFF2-40B4-BE49-F238E27FC236}">
                <a16:creationId xmlns:a16="http://schemas.microsoft.com/office/drawing/2014/main" id="{0F0FB1D2-4B68-A0E9-70B3-5141D144B1B8}"/>
              </a:ext>
            </a:extLst>
          </p:cNvPr>
          <p:cNvSpPr/>
          <p:nvPr/>
        </p:nvSpPr>
        <p:spPr>
          <a:xfrm>
            <a:off x="744635" y="4187966"/>
            <a:ext cx="311544" cy="914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연천군</a:t>
            </a:r>
          </a:p>
        </p:txBody>
      </p:sp>
      <p:sp>
        <p:nvSpPr>
          <p:cNvPr id="85" name="직사각형 84">
            <a:extLst>
              <a:ext uri="{FF2B5EF4-FFF2-40B4-BE49-F238E27FC236}">
                <a16:creationId xmlns:a16="http://schemas.microsoft.com/office/drawing/2014/main" id="{E556D8E9-6CAC-D266-7D25-C18D1A68F05B}"/>
              </a:ext>
            </a:extLst>
          </p:cNvPr>
          <p:cNvSpPr/>
          <p:nvPr/>
        </p:nvSpPr>
        <p:spPr>
          <a:xfrm>
            <a:off x="1105274" y="4187966"/>
            <a:ext cx="311544" cy="914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파주시</a:t>
            </a:r>
          </a:p>
        </p:txBody>
      </p:sp>
      <p:sp>
        <p:nvSpPr>
          <p:cNvPr id="86" name="직사각형 85">
            <a:extLst>
              <a:ext uri="{FF2B5EF4-FFF2-40B4-BE49-F238E27FC236}">
                <a16:creationId xmlns:a16="http://schemas.microsoft.com/office/drawing/2014/main" id="{C9CD5F99-CFB7-22EC-1D7F-8FC8E57C5B9A}"/>
              </a:ext>
            </a:extLst>
          </p:cNvPr>
          <p:cNvSpPr/>
          <p:nvPr/>
        </p:nvSpPr>
        <p:spPr>
          <a:xfrm>
            <a:off x="1465913" y="4187966"/>
            <a:ext cx="311544" cy="914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안성시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36123B9C-0427-FAA9-300B-C2CB29E2D34F}"/>
              </a:ext>
            </a:extLst>
          </p:cNvPr>
          <p:cNvSpPr/>
          <p:nvPr/>
        </p:nvSpPr>
        <p:spPr>
          <a:xfrm>
            <a:off x="1826552" y="4187966"/>
            <a:ext cx="311544" cy="914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화성시</a:t>
            </a:r>
          </a:p>
        </p:txBody>
      </p:sp>
      <p:sp>
        <p:nvSpPr>
          <p:cNvPr id="88" name="직사각형 87">
            <a:extLst>
              <a:ext uri="{FF2B5EF4-FFF2-40B4-BE49-F238E27FC236}">
                <a16:creationId xmlns:a16="http://schemas.microsoft.com/office/drawing/2014/main" id="{CC47F7CE-6213-3BDD-79A8-07E6953F0922}"/>
              </a:ext>
            </a:extLst>
          </p:cNvPr>
          <p:cNvSpPr/>
          <p:nvPr/>
        </p:nvSpPr>
        <p:spPr>
          <a:xfrm>
            <a:off x="2187191" y="4187966"/>
            <a:ext cx="311544" cy="914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포천시</a:t>
            </a:r>
          </a:p>
        </p:txBody>
      </p:sp>
      <p:sp>
        <p:nvSpPr>
          <p:cNvPr id="89" name="직사각형 88">
            <a:extLst>
              <a:ext uri="{FF2B5EF4-FFF2-40B4-BE49-F238E27FC236}">
                <a16:creationId xmlns:a16="http://schemas.microsoft.com/office/drawing/2014/main" id="{80888F83-91B5-105C-3F69-497B8328BAF0}"/>
              </a:ext>
            </a:extLst>
          </p:cNvPr>
          <p:cNvSpPr/>
          <p:nvPr/>
        </p:nvSpPr>
        <p:spPr>
          <a:xfrm>
            <a:off x="2547830" y="4187966"/>
            <a:ext cx="311544" cy="914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여주시</a:t>
            </a:r>
            <a:endParaRPr lang="en-US" altLang="ko-KR" dirty="0">
              <a:solidFill>
                <a:schemeClr val="tx1"/>
              </a:solidFill>
            </a:endParaRPr>
          </a:p>
        </p:txBody>
      </p:sp>
      <p:sp>
        <p:nvSpPr>
          <p:cNvPr id="90" name="직사각형 89">
            <a:extLst>
              <a:ext uri="{FF2B5EF4-FFF2-40B4-BE49-F238E27FC236}">
                <a16:creationId xmlns:a16="http://schemas.microsoft.com/office/drawing/2014/main" id="{401B2B6B-DC04-4486-EDAF-43C3005C3063}"/>
              </a:ext>
            </a:extLst>
          </p:cNvPr>
          <p:cNvSpPr/>
          <p:nvPr/>
        </p:nvSpPr>
        <p:spPr>
          <a:xfrm>
            <a:off x="2908469" y="4187966"/>
            <a:ext cx="311544" cy="914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양평군</a:t>
            </a:r>
            <a:endParaRPr lang="en-US" altLang="ko-KR" dirty="0">
              <a:solidFill>
                <a:schemeClr val="tx1"/>
              </a:solidFill>
            </a:endParaRPr>
          </a:p>
        </p:txBody>
      </p:sp>
      <p:sp>
        <p:nvSpPr>
          <p:cNvPr id="91" name="직사각형 90">
            <a:extLst>
              <a:ext uri="{FF2B5EF4-FFF2-40B4-BE49-F238E27FC236}">
                <a16:creationId xmlns:a16="http://schemas.microsoft.com/office/drawing/2014/main" id="{1EB5691A-ED20-C5D8-891B-D2813AB66DD9}"/>
              </a:ext>
            </a:extLst>
          </p:cNvPr>
          <p:cNvSpPr/>
          <p:nvPr/>
        </p:nvSpPr>
        <p:spPr>
          <a:xfrm>
            <a:off x="3269108" y="4187966"/>
            <a:ext cx="311544" cy="914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가평군</a:t>
            </a:r>
            <a:endParaRPr lang="en-US" altLang="ko-KR" dirty="0">
              <a:solidFill>
                <a:schemeClr val="tx1"/>
              </a:solidFill>
            </a:endParaRPr>
          </a:p>
        </p:txBody>
      </p:sp>
      <p:sp>
        <p:nvSpPr>
          <p:cNvPr id="92" name="직사각형 91">
            <a:extLst>
              <a:ext uri="{FF2B5EF4-FFF2-40B4-BE49-F238E27FC236}">
                <a16:creationId xmlns:a16="http://schemas.microsoft.com/office/drawing/2014/main" id="{5589F8D3-71C8-828F-EB59-F145C5EFF3E0}"/>
              </a:ext>
            </a:extLst>
          </p:cNvPr>
          <p:cNvSpPr/>
          <p:nvPr/>
        </p:nvSpPr>
        <p:spPr>
          <a:xfrm>
            <a:off x="3629747" y="4187966"/>
            <a:ext cx="311544" cy="914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이천시</a:t>
            </a:r>
            <a:endParaRPr lang="en-US" altLang="ko-KR" dirty="0">
              <a:solidFill>
                <a:schemeClr val="tx1"/>
              </a:solidFill>
            </a:endParaRPr>
          </a:p>
        </p:txBody>
      </p:sp>
      <p:sp>
        <p:nvSpPr>
          <p:cNvPr id="93" name="직사각형 92">
            <a:extLst>
              <a:ext uri="{FF2B5EF4-FFF2-40B4-BE49-F238E27FC236}">
                <a16:creationId xmlns:a16="http://schemas.microsoft.com/office/drawing/2014/main" id="{BE0D87F7-4462-D33C-CB55-85B7A21885AB}"/>
              </a:ext>
            </a:extLst>
          </p:cNvPr>
          <p:cNvSpPr/>
          <p:nvPr/>
        </p:nvSpPr>
        <p:spPr>
          <a:xfrm>
            <a:off x="3990386" y="4187966"/>
            <a:ext cx="311544" cy="914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용인시</a:t>
            </a:r>
            <a:endParaRPr lang="en-US" altLang="ko-KR" dirty="0">
              <a:solidFill>
                <a:schemeClr val="tx1"/>
              </a:solidFill>
            </a:endParaRPr>
          </a:p>
        </p:txBody>
      </p:sp>
      <p:sp>
        <p:nvSpPr>
          <p:cNvPr id="94" name="직사각형 93">
            <a:extLst>
              <a:ext uri="{FF2B5EF4-FFF2-40B4-BE49-F238E27FC236}">
                <a16:creationId xmlns:a16="http://schemas.microsoft.com/office/drawing/2014/main" id="{F8E04D5E-18FF-0AC1-940B-C58E02E6CCF0}"/>
              </a:ext>
            </a:extLst>
          </p:cNvPr>
          <p:cNvSpPr/>
          <p:nvPr/>
        </p:nvSpPr>
        <p:spPr>
          <a:xfrm>
            <a:off x="4351025" y="4187966"/>
            <a:ext cx="311544" cy="914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평택시</a:t>
            </a:r>
            <a:endParaRPr lang="en-US" altLang="ko-KR" dirty="0">
              <a:solidFill>
                <a:schemeClr val="tx1"/>
              </a:solidFill>
            </a:endParaRPr>
          </a:p>
        </p:txBody>
      </p:sp>
      <p:sp>
        <p:nvSpPr>
          <p:cNvPr id="95" name="직사각형 94">
            <a:extLst>
              <a:ext uri="{FF2B5EF4-FFF2-40B4-BE49-F238E27FC236}">
                <a16:creationId xmlns:a16="http://schemas.microsoft.com/office/drawing/2014/main" id="{9C5A7296-955E-EF0E-5DC0-5F74B21CD69B}"/>
              </a:ext>
            </a:extLst>
          </p:cNvPr>
          <p:cNvSpPr/>
          <p:nvPr/>
        </p:nvSpPr>
        <p:spPr>
          <a:xfrm>
            <a:off x="4711664" y="4187966"/>
            <a:ext cx="311544" cy="914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안산시</a:t>
            </a:r>
            <a:endParaRPr lang="en-US" altLang="ko-KR" dirty="0">
              <a:solidFill>
                <a:schemeClr val="tx1"/>
              </a:solidFill>
            </a:endParaRPr>
          </a:p>
        </p:txBody>
      </p:sp>
      <p:sp>
        <p:nvSpPr>
          <p:cNvPr id="96" name="직사각형 95">
            <a:extLst>
              <a:ext uri="{FF2B5EF4-FFF2-40B4-BE49-F238E27FC236}">
                <a16:creationId xmlns:a16="http://schemas.microsoft.com/office/drawing/2014/main" id="{2269D95C-958B-311D-08B9-1345F960C191}"/>
              </a:ext>
            </a:extLst>
          </p:cNvPr>
          <p:cNvSpPr/>
          <p:nvPr/>
        </p:nvSpPr>
        <p:spPr>
          <a:xfrm>
            <a:off x="5072303" y="4187966"/>
            <a:ext cx="311544" cy="914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남양주</a:t>
            </a:r>
            <a:endParaRPr lang="en-US" altLang="ko-KR" dirty="0">
              <a:solidFill>
                <a:schemeClr val="tx1"/>
              </a:solidFill>
            </a:endParaRPr>
          </a:p>
        </p:txBody>
      </p:sp>
      <p:sp>
        <p:nvSpPr>
          <p:cNvPr id="97" name="직사각형 96">
            <a:extLst>
              <a:ext uri="{FF2B5EF4-FFF2-40B4-BE49-F238E27FC236}">
                <a16:creationId xmlns:a16="http://schemas.microsoft.com/office/drawing/2014/main" id="{113AC47D-5EE4-F602-AA96-2DF25AEE98A2}"/>
              </a:ext>
            </a:extLst>
          </p:cNvPr>
          <p:cNvSpPr/>
          <p:nvPr/>
        </p:nvSpPr>
        <p:spPr>
          <a:xfrm>
            <a:off x="5432942" y="4187966"/>
            <a:ext cx="311544" cy="914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김포시</a:t>
            </a:r>
            <a:endParaRPr lang="en-US" altLang="ko-KR" dirty="0">
              <a:solidFill>
                <a:schemeClr val="tx1"/>
              </a:solidFill>
            </a:endParaRPr>
          </a:p>
        </p:txBody>
      </p:sp>
      <p:sp>
        <p:nvSpPr>
          <p:cNvPr id="98" name="직사각형 97">
            <a:extLst>
              <a:ext uri="{FF2B5EF4-FFF2-40B4-BE49-F238E27FC236}">
                <a16:creationId xmlns:a16="http://schemas.microsoft.com/office/drawing/2014/main" id="{DC9E1378-44A2-3B60-ED7C-2F0955BE58BE}"/>
              </a:ext>
            </a:extLst>
          </p:cNvPr>
          <p:cNvSpPr/>
          <p:nvPr/>
        </p:nvSpPr>
        <p:spPr>
          <a:xfrm>
            <a:off x="5793581" y="4187966"/>
            <a:ext cx="311544" cy="914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시흥시</a:t>
            </a:r>
            <a:endParaRPr lang="en-US" altLang="ko-KR" dirty="0">
              <a:solidFill>
                <a:schemeClr val="tx1"/>
              </a:solidFill>
            </a:endParaRPr>
          </a:p>
        </p:txBody>
      </p:sp>
      <p:sp>
        <p:nvSpPr>
          <p:cNvPr id="99" name="직사각형 98">
            <a:extLst>
              <a:ext uri="{FF2B5EF4-FFF2-40B4-BE49-F238E27FC236}">
                <a16:creationId xmlns:a16="http://schemas.microsoft.com/office/drawing/2014/main" id="{E3B43964-7DA4-8BF0-5557-89CEC8F13498}"/>
              </a:ext>
            </a:extLst>
          </p:cNvPr>
          <p:cNvSpPr/>
          <p:nvPr/>
        </p:nvSpPr>
        <p:spPr>
          <a:xfrm>
            <a:off x="6154220" y="4187966"/>
            <a:ext cx="311544" cy="914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양주시</a:t>
            </a:r>
            <a:endParaRPr lang="en-US" altLang="ko-KR" dirty="0">
              <a:solidFill>
                <a:schemeClr val="tx1"/>
              </a:solidFill>
            </a:endParaRPr>
          </a:p>
        </p:txBody>
      </p:sp>
      <p:sp>
        <p:nvSpPr>
          <p:cNvPr id="100" name="직사각형 99">
            <a:extLst>
              <a:ext uri="{FF2B5EF4-FFF2-40B4-BE49-F238E27FC236}">
                <a16:creationId xmlns:a16="http://schemas.microsoft.com/office/drawing/2014/main" id="{5A41AF4C-683F-5E90-1014-BA8B5F0E04F2}"/>
              </a:ext>
            </a:extLst>
          </p:cNvPr>
          <p:cNvSpPr/>
          <p:nvPr/>
        </p:nvSpPr>
        <p:spPr>
          <a:xfrm>
            <a:off x="6514859" y="4187966"/>
            <a:ext cx="311544" cy="914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고양시</a:t>
            </a:r>
            <a:endParaRPr lang="en-US" altLang="ko-KR" dirty="0">
              <a:solidFill>
                <a:schemeClr val="tx1"/>
              </a:solidFill>
            </a:endParaRPr>
          </a:p>
        </p:txBody>
      </p:sp>
      <p:sp>
        <p:nvSpPr>
          <p:cNvPr id="101" name="직사각형 100">
            <a:extLst>
              <a:ext uri="{FF2B5EF4-FFF2-40B4-BE49-F238E27FC236}">
                <a16:creationId xmlns:a16="http://schemas.microsoft.com/office/drawing/2014/main" id="{9775CE90-15B4-81CC-FCBE-A6E00622963F}"/>
              </a:ext>
            </a:extLst>
          </p:cNvPr>
          <p:cNvSpPr/>
          <p:nvPr/>
        </p:nvSpPr>
        <p:spPr>
          <a:xfrm>
            <a:off x="6875498" y="4187966"/>
            <a:ext cx="311544" cy="914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수원시</a:t>
            </a:r>
            <a:endParaRPr lang="en-US" altLang="ko-KR" dirty="0">
              <a:solidFill>
                <a:schemeClr val="tx1"/>
              </a:solidFill>
            </a:endParaRPr>
          </a:p>
        </p:txBody>
      </p:sp>
      <p:sp>
        <p:nvSpPr>
          <p:cNvPr id="102" name="직사각형 101">
            <a:extLst>
              <a:ext uri="{FF2B5EF4-FFF2-40B4-BE49-F238E27FC236}">
                <a16:creationId xmlns:a16="http://schemas.microsoft.com/office/drawing/2014/main" id="{13444BD4-AC52-4AD3-8F64-540370BF51CD}"/>
              </a:ext>
            </a:extLst>
          </p:cNvPr>
          <p:cNvSpPr/>
          <p:nvPr/>
        </p:nvSpPr>
        <p:spPr>
          <a:xfrm>
            <a:off x="7236137" y="4187966"/>
            <a:ext cx="311544" cy="914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성남시</a:t>
            </a:r>
            <a:endParaRPr lang="en-US" altLang="ko-KR" dirty="0">
              <a:solidFill>
                <a:schemeClr val="tx1"/>
              </a:solidFill>
            </a:endParaRPr>
          </a:p>
        </p:txBody>
      </p:sp>
      <p:sp>
        <p:nvSpPr>
          <p:cNvPr id="103" name="직사각형 102">
            <a:extLst>
              <a:ext uri="{FF2B5EF4-FFF2-40B4-BE49-F238E27FC236}">
                <a16:creationId xmlns:a16="http://schemas.microsoft.com/office/drawing/2014/main" id="{4BE28E19-92F4-BDD8-0F8E-6BDB599C7C82}"/>
              </a:ext>
            </a:extLst>
          </p:cNvPr>
          <p:cNvSpPr/>
          <p:nvPr/>
        </p:nvSpPr>
        <p:spPr>
          <a:xfrm>
            <a:off x="7596776" y="4187966"/>
            <a:ext cx="311544" cy="914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부천시</a:t>
            </a:r>
            <a:endParaRPr lang="en-US" altLang="ko-KR" dirty="0">
              <a:solidFill>
                <a:schemeClr val="tx1"/>
              </a:solidFill>
            </a:endParaRPr>
          </a:p>
        </p:txBody>
      </p:sp>
      <p:sp>
        <p:nvSpPr>
          <p:cNvPr id="104" name="직사각형 103">
            <a:extLst>
              <a:ext uri="{FF2B5EF4-FFF2-40B4-BE49-F238E27FC236}">
                <a16:creationId xmlns:a16="http://schemas.microsoft.com/office/drawing/2014/main" id="{E4739E44-1CCF-F568-3E22-30631D58F047}"/>
              </a:ext>
            </a:extLst>
          </p:cNvPr>
          <p:cNvSpPr/>
          <p:nvPr/>
        </p:nvSpPr>
        <p:spPr>
          <a:xfrm>
            <a:off x="7957415" y="4187966"/>
            <a:ext cx="311544" cy="914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하남시</a:t>
            </a:r>
            <a:endParaRPr lang="en-US" altLang="ko-KR" dirty="0">
              <a:solidFill>
                <a:schemeClr val="tx1"/>
              </a:solidFill>
            </a:endParaRPr>
          </a:p>
        </p:txBody>
      </p:sp>
      <p:sp>
        <p:nvSpPr>
          <p:cNvPr id="105" name="직사각형 104">
            <a:extLst>
              <a:ext uri="{FF2B5EF4-FFF2-40B4-BE49-F238E27FC236}">
                <a16:creationId xmlns:a16="http://schemas.microsoft.com/office/drawing/2014/main" id="{D5A6FF08-CB06-A7A8-069B-B956D4EC8754}"/>
              </a:ext>
            </a:extLst>
          </p:cNvPr>
          <p:cNvSpPr/>
          <p:nvPr/>
        </p:nvSpPr>
        <p:spPr>
          <a:xfrm>
            <a:off x="8318054" y="4187966"/>
            <a:ext cx="311544" cy="914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의정부</a:t>
            </a:r>
            <a:endParaRPr lang="en-US" altLang="ko-KR" dirty="0">
              <a:solidFill>
                <a:schemeClr val="tx1"/>
              </a:solidFill>
            </a:endParaRPr>
          </a:p>
        </p:txBody>
      </p:sp>
      <p:sp>
        <p:nvSpPr>
          <p:cNvPr id="106" name="직사각형 105">
            <a:extLst>
              <a:ext uri="{FF2B5EF4-FFF2-40B4-BE49-F238E27FC236}">
                <a16:creationId xmlns:a16="http://schemas.microsoft.com/office/drawing/2014/main" id="{5B741D28-6FDD-CBA8-08A1-E9E3A9C9E684}"/>
              </a:ext>
            </a:extLst>
          </p:cNvPr>
          <p:cNvSpPr/>
          <p:nvPr/>
        </p:nvSpPr>
        <p:spPr>
          <a:xfrm>
            <a:off x="8678693" y="4187966"/>
            <a:ext cx="311544" cy="914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안양시</a:t>
            </a:r>
            <a:endParaRPr lang="en-US" altLang="ko-KR" dirty="0">
              <a:solidFill>
                <a:schemeClr val="tx1"/>
              </a:solidFill>
            </a:endParaRPr>
          </a:p>
        </p:txBody>
      </p:sp>
      <p:sp>
        <p:nvSpPr>
          <p:cNvPr id="107" name="직사각형 106">
            <a:extLst>
              <a:ext uri="{FF2B5EF4-FFF2-40B4-BE49-F238E27FC236}">
                <a16:creationId xmlns:a16="http://schemas.microsoft.com/office/drawing/2014/main" id="{5A1818BB-C983-F345-2CE1-EA7C5CE4A6A9}"/>
              </a:ext>
            </a:extLst>
          </p:cNvPr>
          <p:cNvSpPr/>
          <p:nvPr/>
        </p:nvSpPr>
        <p:spPr>
          <a:xfrm>
            <a:off x="9039332" y="4187966"/>
            <a:ext cx="311544" cy="914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동두천</a:t>
            </a:r>
            <a:endParaRPr lang="en-US" altLang="ko-KR" dirty="0">
              <a:solidFill>
                <a:schemeClr val="tx1"/>
              </a:solidFill>
            </a:endParaRPr>
          </a:p>
        </p:txBody>
      </p:sp>
      <p:sp>
        <p:nvSpPr>
          <p:cNvPr id="108" name="직사각형 107">
            <a:extLst>
              <a:ext uri="{FF2B5EF4-FFF2-40B4-BE49-F238E27FC236}">
                <a16:creationId xmlns:a16="http://schemas.microsoft.com/office/drawing/2014/main" id="{B34A250D-8FBE-3DBA-C97B-0672290B591A}"/>
              </a:ext>
            </a:extLst>
          </p:cNvPr>
          <p:cNvSpPr/>
          <p:nvPr/>
        </p:nvSpPr>
        <p:spPr>
          <a:xfrm>
            <a:off x="9399971" y="4187966"/>
            <a:ext cx="311544" cy="914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의왕시</a:t>
            </a:r>
            <a:endParaRPr lang="en-US" altLang="ko-KR" dirty="0">
              <a:solidFill>
                <a:schemeClr val="tx1"/>
              </a:solidFill>
            </a:endParaRPr>
          </a:p>
        </p:txBody>
      </p:sp>
      <p:sp>
        <p:nvSpPr>
          <p:cNvPr id="109" name="직사각형 108">
            <a:extLst>
              <a:ext uri="{FF2B5EF4-FFF2-40B4-BE49-F238E27FC236}">
                <a16:creationId xmlns:a16="http://schemas.microsoft.com/office/drawing/2014/main" id="{0D1D00E9-0513-79CC-D3FE-43A931B68C19}"/>
              </a:ext>
            </a:extLst>
          </p:cNvPr>
          <p:cNvSpPr/>
          <p:nvPr/>
        </p:nvSpPr>
        <p:spPr>
          <a:xfrm>
            <a:off x="9760610" y="4187966"/>
            <a:ext cx="311544" cy="914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오산시</a:t>
            </a:r>
            <a:endParaRPr lang="en-US" altLang="ko-KR" dirty="0">
              <a:solidFill>
                <a:schemeClr val="tx1"/>
              </a:solidFill>
            </a:endParaRPr>
          </a:p>
        </p:txBody>
      </p:sp>
      <p:sp>
        <p:nvSpPr>
          <p:cNvPr id="110" name="직사각형 109">
            <a:extLst>
              <a:ext uri="{FF2B5EF4-FFF2-40B4-BE49-F238E27FC236}">
                <a16:creationId xmlns:a16="http://schemas.microsoft.com/office/drawing/2014/main" id="{81D2B2DC-C89F-6589-BB8C-268DE88B3341}"/>
              </a:ext>
            </a:extLst>
          </p:cNvPr>
          <p:cNvSpPr/>
          <p:nvPr/>
        </p:nvSpPr>
        <p:spPr>
          <a:xfrm>
            <a:off x="10121249" y="4187966"/>
            <a:ext cx="311544" cy="914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군포시</a:t>
            </a:r>
            <a:endParaRPr lang="en-US" altLang="ko-KR" dirty="0">
              <a:solidFill>
                <a:schemeClr val="tx1"/>
              </a:solidFill>
            </a:endParaRPr>
          </a:p>
        </p:txBody>
      </p:sp>
      <p:sp>
        <p:nvSpPr>
          <p:cNvPr id="111" name="직사각형 110">
            <a:extLst>
              <a:ext uri="{FF2B5EF4-FFF2-40B4-BE49-F238E27FC236}">
                <a16:creationId xmlns:a16="http://schemas.microsoft.com/office/drawing/2014/main" id="{F21F4658-0F85-F4A8-562C-043C69C298FE}"/>
              </a:ext>
            </a:extLst>
          </p:cNvPr>
          <p:cNvSpPr/>
          <p:nvPr/>
        </p:nvSpPr>
        <p:spPr>
          <a:xfrm>
            <a:off x="10481888" y="4187966"/>
            <a:ext cx="311544" cy="914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광명시</a:t>
            </a:r>
            <a:endParaRPr lang="en-US" altLang="ko-KR" dirty="0">
              <a:solidFill>
                <a:schemeClr val="tx1"/>
              </a:solidFill>
            </a:endParaRPr>
          </a:p>
        </p:txBody>
      </p:sp>
      <p:sp>
        <p:nvSpPr>
          <p:cNvPr id="112" name="직사각형 111">
            <a:extLst>
              <a:ext uri="{FF2B5EF4-FFF2-40B4-BE49-F238E27FC236}">
                <a16:creationId xmlns:a16="http://schemas.microsoft.com/office/drawing/2014/main" id="{6BCBF12A-C7BD-AE3F-052A-C92B93E98CAA}"/>
              </a:ext>
            </a:extLst>
          </p:cNvPr>
          <p:cNvSpPr/>
          <p:nvPr/>
        </p:nvSpPr>
        <p:spPr>
          <a:xfrm>
            <a:off x="10842527" y="4187966"/>
            <a:ext cx="311544" cy="914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구리시</a:t>
            </a:r>
            <a:endParaRPr lang="en-US" altLang="ko-KR" dirty="0">
              <a:solidFill>
                <a:schemeClr val="tx1"/>
              </a:solidFill>
            </a:endParaRPr>
          </a:p>
        </p:txBody>
      </p:sp>
      <p:sp>
        <p:nvSpPr>
          <p:cNvPr id="113" name="직사각형 112">
            <a:extLst>
              <a:ext uri="{FF2B5EF4-FFF2-40B4-BE49-F238E27FC236}">
                <a16:creationId xmlns:a16="http://schemas.microsoft.com/office/drawing/2014/main" id="{1E646AAE-36D1-1CB0-0E10-5C24C49AFA35}"/>
              </a:ext>
            </a:extLst>
          </p:cNvPr>
          <p:cNvSpPr/>
          <p:nvPr/>
        </p:nvSpPr>
        <p:spPr>
          <a:xfrm>
            <a:off x="11203166" y="4187966"/>
            <a:ext cx="311544" cy="914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과천시</a:t>
            </a:r>
            <a:endParaRPr lang="en-US" altLang="ko-KR" dirty="0">
              <a:solidFill>
                <a:schemeClr val="tx1"/>
              </a:solidFill>
            </a:endParaRPr>
          </a:p>
        </p:txBody>
      </p:sp>
      <p:sp>
        <p:nvSpPr>
          <p:cNvPr id="114" name="직사각형 113">
            <a:extLst>
              <a:ext uri="{FF2B5EF4-FFF2-40B4-BE49-F238E27FC236}">
                <a16:creationId xmlns:a16="http://schemas.microsoft.com/office/drawing/2014/main" id="{91292EE3-60F8-A38D-98E7-E3BD9CB30125}"/>
              </a:ext>
            </a:extLst>
          </p:cNvPr>
          <p:cNvSpPr/>
          <p:nvPr/>
        </p:nvSpPr>
        <p:spPr>
          <a:xfrm>
            <a:off x="11563813" y="4187966"/>
            <a:ext cx="311544" cy="914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광주시</a:t>
            </a:r>
            <a:endParaRPr lang="en-US" altLang="ko-KR" dirty="0">
              <a:solidFill>
                <a:schemeClr val="tx1"/>
              </a:solidFill>
            </a:endParaRPr>
          </a:p>
        </p:txBody>
      </p:sp>
      <p:pic>
        <p:nvPicPr>
          <p:cNvPr id="115" name="그림 114">
            <a:extLst>
              <a:ext uri="{FF2B5EF4-FFF2-40B4-BE49-F238E27FC236}">
                <a16:creationId xmlns:a16="http://schemas.microsoft.com/office/drawing/2014/main" id="{0867E830-5170-84D6-EBE7-8F882AFA9CE8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57551"/>
          <a:stretch>
            <a:fillRect/>
          </a:stretch>
        </p:blipFill>
        <p:spPr>
          <a:xfrm rot="16200000">
            <a:off x="3878883" y="723941"/>
            <a:ext cx="293928" cy="10084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30416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3014</TotalTime>
  <Words>64</Words>
  <Application>Microsoft Office PowerPoint</Application>
  <PresentationFormat>와이드스크린</PresentationFormat>
  <Paragraphs>64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6" baseType="lpstr">
      <vt:lpstr>Arial</vt:lpstr>
      <vt:lpstr>맑은 고딕</vt:lpstr>
      <vt:lpstr>Office 테마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전 승호</dc:creator>
  <cp:lastModifiedBy>Seungho Jeon</cp:lastModifiedBy>
  <cp:revision>27</cp:revision>
  <dcterms:created xsi:type="dcterms:W3CDTF">2025-05-23T00:28:16Z</dcterms:created>
  <dcterms:modified xsi:type="dcterms:W3CDTF">2025-07-17T01:10:17Z</dcterms:modified>
</cp:coreProperties>
</file>