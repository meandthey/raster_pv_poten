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4" r:id="rId2"/>
    <p:sldId id="266" r:id="rId3"/>
    <p:sldId id="26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FFFFFF"/>
    <a:srgbClr val="92D050"/>
    <a:srgbClr val="F0F0F0"/>
    <a:srgbClr val="156082"/>
    <a:srgbClr val="96DCF8"/>
    <a:srgbClr val="595959"/>
    <a:srgbClr val="FF00FF"/>
    <a:srgbClr val="FFFF00"/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29" autoAdjust="0"/>
    <p:restoredTop sz="97416" autoAdjust="0"/>
  </p:normalViewPr>
  <p:slideViewPr>
    <p:cSldViewPr snapToGrid="0">
      <p:cViewPr>
        <p:scale>
          <a:sx n="125" d="100"/>
          <a:sy n="125" d="100"/>
        </p:scale>
        <p:origin x="2164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39E07-0DC5-4FB2-8EFC-9339BB5A38A7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21684-A562-4A9B-B3C1-5D20455A9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080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A55F18-09D6-06F0-52F6-FE7D371A8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B1D51-D292-80FD-F7C8-6411BEC1C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855FB7-9B7E-051A-8870-FC61A390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98C1F-A0BD-3304-A015-879C78C3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4C0AC9-79E9-BF82-EAFD-5D17F2E9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630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02ECB-DDA7-0A3C-6DC0-53F742C9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FD55A1-CA97-F41E-2FAE-41CF078F0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9EFCF3-8E75-6041-67F2-DD60D231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7B138D-1933-3ADB-C0F9-974F3415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4C9B46-69D1-BFD8-B853-C72D5BCC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023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1E72C-57B2-6290-9B5A-5767FD94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FB77DB-B0F8-BA5C-1594-D4DF1D7DF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56C7C6-EEBD-51D0-258E-F40909A8F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679FA-A30D-2E51-31E0-358E93929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D774FD-A26F-C583-82D0-B9D5530E4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96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3D7D5-3785-6147-D9C5-CAEE50AD4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B4FF1C-45F5-A1C7-13E6-FC69831FF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B0226D-F7B9-85C5-29BD-FCC7FF022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2C16A0-3A69-4596-8F2D-1B8D584AC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7BDC32-F05C-1077-2AD2-64082B0FE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12C7B5-0512-F35D-4104-8DFAA1DB9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672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ABDCC-DFAF-AC7A-AB41-AAF35279D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D13175-D77A-5200-BF7C-44D97C538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750A7C-CBB6-8B2A-E256-FB86B71BA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8A099B-F9AA-0B0F-345F-C288547F8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0334E6-76CF-CAFE-809D-AF7609D0E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1D4650-0570-451E-AB80-E7122487D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85F946-70C9-6348-0473-E7CA9A76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8F16A5-0E97-DEC3-1D95-A8EB8D5DE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93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FFF92-981D-6880-C411-F1B40D5C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A162F9-D556-E8F7-8DFD-484CBBD8F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679D06-D619-9B85-B9F4-F32479AF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A8F5E5-C595-78D8-E8C2-6651E67F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91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754601-80FB-4ADF-E680-5A4D08FAD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FE4311-C98B-6202-96DD-D7B680B28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8673ED-8183-9A88-D6F2-212DF0A9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1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A8A66-3A87-FC7D-7B4E-CCC387335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7A946-D435-1C1D-857D-92B41057C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9A48B0-C7B6-1230-29B9-013112E66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4D5485-4AA2-923E-836B-88631B2A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D7AADC-472D-861C-E855-79363D8E1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ED4F5D-07F0-91B9-EC8C-3571445A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65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263E2-50FA-5C5F-609F-F5714365E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51C5ED-0A21-8F7D-23CA-D244659C6C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EFBD91-5620-0B67-95B1-2F1AF5CD7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969A16-4295-CED4-E829-37B566BC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A21D8C-1609-99EB-5433-8A4BA2C8C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031204-2C16-3E75-5462-DE39559F4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732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C3561-7295-1E0D-0569-C90429E4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B12FA1-31A8-48D0-DD0F-05962B93D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EBE49D-6355-C964-F33C-0904806FE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53D0AC-B43D-8E35-FB1D-83FD36796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E52D11-DEF6-28A6-3C0F-CECDDA8F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24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0F420EF-2BB5-57BF-D2C0-B2ECF0BD0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F5DFAE-632B-A559-D903-FD8DF7F22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7EBA3-95DB-A308-32DE-EB76AE71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7E1716-BA05-0FA4-E9EE-B3F57A210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213D-56F4-DD7B-9A84-F81793C2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67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944A5FB-52EE-2206-D45E-90EE19016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5E5D5A-1F4E-5660-95C0-B195C76D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A02FA6-F6B2-22F8-D258-B167FC4FB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45E2C-F65D-4824-8008-5941D4E9989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B8172C-A682-4F75-D2BA-55E16FDBE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D3851B-B87E-4133-21A9-D3275419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1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1026E-F257-ADC1-6675-1F3208F5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BE6A3E-751B-A752-3B64-71D3A5374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66" y="349109"/>
            <a:ext cx="6178868" cy="54930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00ED91-8CD0-19DC-6D36-077221599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927" y="161925"/>
            <a:ext cx="4589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44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211E6FC-B379-CAC9-784B-D721CCACA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6"/>
            <a:ext cx="4579910" cy="4254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4DEEFA5-5FF8-145F-5FB2-7435106F9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275"/>
            <a:ext cx="12192000" cy="63974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6DC0279-F7AB-64B3-069E-2B9E17C0E185}"/>
              </a:ext>
            </a:extLst>
          </p:cNvPr>
          <p:cNvSpPr/>
          <p:nvPr/>
        </p:nvSpPr>
        <p:spPr>
          <a:xfrm>
            <a:off x="674954" y="4147078"/>
            <a:ext cx="10717226" cy="26042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16B4D2-8FB7-04E4-0952-1F5E51C8B145}"/>
              </a:ext>
            </a:extLst>
          </p:cNvPr>
          <p:cNvSpPr/>
          <p:nvPr/>
        </p:nvSpPr>
        <p:spPr>
          <a:xfrm>
            <a:off x="767510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화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성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56A6A9-C0F7-9875-8CFB-786AA5E42F21}"/>
              </a:ext>
            </a:extLst>
          </p:cNvPr>
          <p:cNvSpPr/>
          <p:nvPr/>
        </p:nvSpPr>
        <p:spPr>
          <a:xfrm>
            <a:off x="1106813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평택시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A2525E-393C-772F-7C8C-659A1C40E318}"/>
              </a:ext>
            </a:extLst>
          </p:cNvPr>
          <p:cNvSpPr/>
          <p:nvPr/>
        </p:nvSpPr>
        <p:spPr>
          <a:xfrm>
            <a:off x="1446116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파주시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85E50B6-768E-9FB1-9E76-CA250CF23CB8}"/>
              </a:ext>
            </a:extLst>
          </p:cNvPr>
          <p:cNvSpPr/>
          <p:nvPr/>
        </p:nvSpPr>
        <p:spPr>
          <a:xfrm>
            <a:off x="1785419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여주시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E1C45E-F8FD-D74A-AD51-C475841FBFB5}"/>
              </a:ext>
            </a:extLst>
          </p:cNvPr>
          <p:cNvSpPr/>
          <p:nvPr/>
        </p:nvSpPr>
        <p:spPr>
          <a:xfrm>
            <a:off x="2124722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이천시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B11DB0-78F7-23F6-6B36-1DE20D534F24}"/>
              </a:ext>
            </a:extLst>
          </p:cNvPr>
          <p:cNvSpPr/>
          <p:nvPr/>
        </p:nvSpPr>
        <p:spPr>
          <a:xfrm>
            <a:off x="2464025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안성시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BD056F-70B3-B4CA-6F2C-4221543F053B}"/>
              </a:ext>
            </a:extLst>
          </p:cNvPr>
          <p:cNvSpPr/>
          <p:nvPr/>
        </p:nvSpPr>
        <p:spPr>
          <a:xfrm>
            <a:off x="2803328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용인시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71F94E-D328-886F-4F3A-709885C2F890}"/>
              </a:ext>
            </a:extLst>
          </p:cNvPr>
          <p:cNvSpPr/>
          <p:nvPr/>
        </p:nvSpPr>
        <p:spPr>
          <a:xfrm>
            <a:off x="3142631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포천시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054F85-F150-AA02-D2FA-42B9083C3075}"/>
              </a:ext>
            </a:extLst>
          </p:cNvPr>
          <p:cNvSpPr/>
          <p:nvPr/>
        </p:nvSpPr>
        <p:spPr>
          <a:xfrm>
            <a:off x="3481934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양평군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D2576F-21D8-C914-E7DC-297E904233B6}"/>
              </a:ext>
            </a:extLst>
          </p:cNvPr>
          <p:cNvSpPr/>
          <p:nvPr/>
        </p:nvSpPr>
        <p:spPr>
          <a:xfrm>
            <a:off x="3821237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연천군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65348F2-1883-DBDA-AE9F-1AD0CB99A521}"/>
              </a:ext>
            </a:extLst>
          </p:cNvPr>
          <p:cNvSpPr/>
          <p:nvPr/>
        </p:nvSpPr>
        <p:spPr>
          <a:xfrm>
            <a:off x="4160540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김포시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C6E699-B7C8-9E29-2CDD-6F465693D75A}"/>
              </a:ext>
            </a:extLst>
          </p:cNvPr>
          <p:cNvSpPr/>
          <p:nvPr/>
        </p:nvSpPr>
        <p:spPr>
          <a:xfrm>
            <a:off x="4499843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고양시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4D4410F-7A95-BE0B-C96E-1D61000B8E29}"/>
              </a:ext>
            </a:extLst>
          </p:cNvPr>
          <p:cNvSpPr/>
          <p:nvPr/>
        </p:nvSpPr>
        <p:spPr>
          <a:xfrm>
            <a:off x="4839146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남양주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4F942E7-9DE1-F81D-5269-CF446EF6C3B2}"/>
              </a:ext>
            </a:extLst>
          </p:cNvPr>
          <p:cNvSpPr/>
          <p:nvPr/>
        </p:nvSpPr>
        <p:spPr>
          <a:xfrm>
            <a:off x="5178449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양주시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3C1F8B5-0649-6E2F-D566-00A6B7C3E686}"/>
              </a:ext>
            </a:extLst>
          </p:cNvPr>
          <p:cNvSpPr/>
          <p:nvPr/>
        </p:nvSpPr>
        <p:spPr>
          <a:xfrm>
            <a:off x="5517752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광주시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B500E6B-924A-B463-8940-FA9E03CB6908}"/>
              </a:ext>
            </a:extLst>
          </p:cNvPr>
          <p:cNvSpPr/>
          <p:nvPr/>
        </p:nvSpPr>
        <p:spPr>
          <a:xfrm>
            <a:off x="5857055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가평군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C4E68C3-B5D2-BFFA-7DC0-A637BDCB9115}"/>
              </a:ext>
            </a:extLst>
          </p:cNvPr>
          <p:cNvSpPr/>
          <p:nvPr/>
        </p:nvSpPr>
        <p:spPr>
          <a:xfrm>
            <a:off x="6196358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안산시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9FFAE3A-E622-EE2A-A33E-059C7B738BCB}"/>
              </a:ext>
            </a:extLst>
          </p:cNvPr>
          <p:cNvSpPr/>
          <p:nvPr/>
        </p:nvSpPr>
        <p:spPr>
          <a:xfrm>
            <a:off x="6535661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시흥시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56B101-3ED8-E97A-6BDB-C710F7963F61}"/>
              </a:ext>
            </a:extLst>
          </p:cNvPr>
          <p:cNvSpPr/>
          <p:nvPr/>
        </p:nvSpPr>
        <p:spPr>
          <a:xfrm>
            <a:off x="6874964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수원시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1D04FA4-D302-FF0C-A42B-9F7AE4981DDC}"/>
              </a:ext>
            </a:extLst>
          </p:cNvPr>
          <p:cNvSpPr/>
          <p:nvPr/>
        </p:nvSpPr>
        <p:spPr>
          <a:xfrm>
            <a:off x="7214267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성남시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D3B0472-86D7-5EC0-894F-FA22C68019AB}"/>
              </a:ext>
            </a:extLst>
          </p:cNvPr>
          <p:cNvSpPr/>
          <p:nvPr/>
        </p:nvSpPr>
        <p:spPr>
          <a:xfrm>
            <a:off x="7553570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부천시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5B48130-0FAD-D6BF-2245-7A0C0C7EF009}"/>
              </a:ext>
            </a:extLst>
          </p:cNvPr>
          <p:cNvSpPr/>
          <p:nvPr/>
        </p:nvSpPr>
        <p:spPr>
          <a:xfrm>
            <a:off x="7892873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하남시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91DA4A7-1CD8-F388-E9DF-A9A781B6ACFE}"/>
              </a:ext>
            </a:extLst>
          </p:cNvPr>
          <p:cNvSpPr/>
          <p:nvPr/>
        </p:nvSpPr>
        <p:spPr>
          <a:xfrm>
            <a:off x="8232176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의정부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180CEAC-5A0E-694C-6459-812C78FFD5F2}"/>
              </a:ext>
            </a:extLst>
          </p:cNvPr>
          <p:cNvSpPr/>
          <p:nvPr/>
        </p:nvSpPr>
        <p:spPr>
          <a:xfrm>
            <a:off x="8571479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오산시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46121B3-31A0-8E27-E657-488BC7937647}"/>
              </a:ext>
            </a:extLst>
          </p:cNvPr>
          <p:cNvSpPr/>
          <p:nvPr/>
        </p:nvSpPr>
        <p:spPr>
          <a:xfrm>
            <a:off x="8910782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안양시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120B970-43BA-EB8D-32F2-FE6526A09FCF}"/>
              </a:ext>
            </a:extLst>
          </p:cNvPr>
          <p:cNvSpPr/>
          <p:nvPr/>
        </p:nvSpPr>
        <p:spPr>
          <a:xfrm>
            <a:off x="9250085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광명시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CE2C81A-A67D-7BEA-130C-B6F6D9C2AD28}"/>
              </a:ext>
            </a:extLst>
          </p:cNvPr>
          <p:cNvSpPr/>
          <p:nvPr/>
        </p:nvSpPr>
        <p:spPr>
          <a:xfrm>
            <a:off x="9589388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동두천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FAC4075-86E1-245E-DA0A-B3045F5E4359}"/>
              </a:ext>
            </a:extLst>
          </p:cNvPr>
          <p:cNvSpPr/>
          <p:nvPr/>
        </p:nvSpPr>
        <p:spPr>
          <a:xfrm>
            <a:off x="9928691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의왕시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DD44CFF-97EC-FEDE-BECA-BD77408991ED}"/>
              </a:ext>
            </a:extLst>
          </p:cNvPr>
          <p:cNvSpPr/>
          <p:nvPr/>
        </p:nvSpPr>
        <p:spPr>
          <a:xfrm>
            <a:off x="10267994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군포시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A3C3EA6-4095-FE66-A64F-CF28800B931A}"/>
              </a:ext>
            </a:extLst>
          </p:cNvPr>
          <p:cNvSpPr/>
          <p:nvPr/>
        </p:nvSpPr>
        <p:spPr>
          <a:xfrm>
            <a:off x="10607297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구리시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648B884-B8BA-166E-84D3-7A26B39EB86A}"/>
              </a:ext>
            </a:extLst>
          </p:cNvPr>
          <p:cNvSpPr/>
          <p:nvPr/>
        </p:nvSpPr>
        <p:spPr>
          <a:xfrm>
            <a:off x="10946608" y="4168156"/>
            <a:ext cx="3115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과천시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846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CEC9689-F418-16E4-BDC7-DFDE00C6F574}"/>
              </a:ext>
            </a:extLst>
          </p:cNvPr>
          <p:cNvSpPr/>
          <p:nvPr/>
        </p:nvSpPr>
        <p:spPr>
          <a:xfrm>
            <a:off x="-205107" y="-819361"/>
            <a:ext cx="13497773" cy="88582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587A17-85C2-2456-B610-649C3B3B5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634" y="3109657"/>
            <a:ext cx="347174" cy="25480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B9B7736-9F65-1500-8B23-3F561D5221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257" t="9274" b="48155"/>
          <a:stretch>
            <a:fillRect/>
          </a:stretch>
        </p:blipFill>
        <p:spPr>
          <a:xfrm>
            <a:off x="12441559" y="381788"/>
            <a:ext cx="334432" cy="272040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F55BF8F-1C06-A085-BBF5-3A45FD434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04" y="141628"/>
            <a:ext cx="12192000" cy="657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1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2988</TotalTime>
  <Words>33</Words>
  <Application>Microsoft Office PowerPoint</Application>
  <PresentationFormat>와이드스크린</PresentationFormat>
  <Paragraphs>33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 승호</dc:creator>
  <cp:lastModifiedBy>Seungho Jeon</cp:lastModifiedBy>
  <cp:revision>26</cp:revision>
  <dcterms:created xsi:type="dcterms:W3CDTF">2025-05-23T00:28:16Z</dcterms:created>
  <dcterms:modified xsi:type="dcterms:W3CDTF">2025-07-15T04:13:30Z</dcterms:modified>
</cp:coreProperties>
</file>